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7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PawsCare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Hospital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for Modern Veterinary Management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566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404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booking via calls or in-person visits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280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slot conflicts and double bookings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974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5146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presence or digital platform for services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4632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974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25146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 digital records management system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3192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49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appointment handling for staff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4632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931920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86400" y="37490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Inconvenient experience for pet owners seeking care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attractive, responsive veterinary website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seamless online appointment booking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063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&amp; past date/time bookings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admin dashboard for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user experience for pet owners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1945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records for efficient administration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3063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secure admin access &amp;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01168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Content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Animations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23160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23160" y="1143000"/>
            <a:ext cx="201168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2344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0896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5603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60320" y="278892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560320" y="361188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6032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17720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17720" y="1143000"/>
            <a:ext cx="201168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3444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352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75488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754880" y="278892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5488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 Library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754880" y="361188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812280" y="114300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12280" y="1143000"/>
            <a:ext cx="2011680" cy="7315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23444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9808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694944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949440" y="278892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9494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Operations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949440" y="3611880"/>
            <a:ext cx="1737360" cy="0"/>
          </a:xfrm>
          <a:prstGeom prst="line">
            <a:avLst/>
          </a:prstGeom>
          <a:noFill/>
          <a:ln w="6350">
            <a:solidFill>
              <a:srgbClr val="E8EE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94944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80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navigation, intro &amp; CTA button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109728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1280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51460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Vaccination, Surgery, Grooming, Diagnostics, Emergency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109728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280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1280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66344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vision, team details &amp; why choose us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20840" y="109728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280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1280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1228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email, address, hours &amp; contact form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301752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6576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Owner/pet info, date, time &amp; service selection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423160" y="3017520"/>
            <a:ext cx="1965960" cy="1737360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200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1752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51460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credential verification system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72000" y="3017520"/>
            <a:ext cx="196596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320040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6636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66344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all appointments, logout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website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36192" y="1280160"/>
            <a:ext cx="640080" cy="6400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619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21992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03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Pages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53312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Services/About/Contact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615184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1518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300984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2103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32304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32304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appointment form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694176" y="1280160"/>
            <a:ext cx="640080" cy="6400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94176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379976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21031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511296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511296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→ Backend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773168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73168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458968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210312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90288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90288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data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852160" y="1280160"/>
            <a:ext cx="640080" cy="6400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8521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6537960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168" y="210312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69280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Storage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669280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MongoDB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931152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93115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>
            <a:off x="7616952" y="1600200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2103120"/>
            <a:ext cx="457200" cy="4572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748272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6748272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8010144" y="1280160"/>
            <a:ext cx="640080" cy="64008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010144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4152" y="2103120"/>
            <a:ext cx="457200" cy="4572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827264" y="26517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Appts.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7827264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data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228600" y="3749040"/>
            <a:ext cx="484632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22860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Journey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5120640" y="3749040"/>
            <a:ext cx="3840480" cy="411480"/>
          </a:xfrm>
          <a:prstGeom prst="rect">
            <a:avLst/>
          </a:prstGeom>
          <a:solidFill>
            <a:srgbClr val="0A2342">
              <a:alpha val="20000"/>
            </a:srgbClr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5120640" y="3749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Admin Journey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Website Navigation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UI &amp; Background Images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20240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System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920240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352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 Integration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97480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&amp; Authentication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697480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0352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Management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74720"/>
            <a:ext cx="347472" cy="3474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1440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Logout Functionality</a:t>
            </a:r>
            <a:endParaRPr lang="en-US" sz="13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474720"/>
            <a:ext cx="347472" cy="34747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30352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Appointment Prevention</a:t>
            </a:r>
            <a:endParaRPr lang="en-US" sz="13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251960"/>
            <a:ext cx="347472" cy="34747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1440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Date Booking Restriction</a:t>
            </a:r>
            <a:endParaRPr lang="en-US" sz="13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4251960"/>
            <a:ext cx="347472" cy="34747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30352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Frontend Design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Navigation Issues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7408" y="1554480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proper anchor linking across pages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58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2258568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22585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58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Fetch API for frontend-backend connection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626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Express Module Error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07408" y="2962656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296265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626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dependencies using npm install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66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Redirect Loop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07408" y="3666744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63440" y="366674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667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localStorage authentication logic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708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CSS Conflicts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07408" y="4370832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63440" y="437083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3708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&amp; removed all duplicate styling code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280160"/>
            <a:ext cx="822960" cy="82296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109728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53512" y="1280160"/>
            <a:ext cx="822960" cy="822960"/>
          </a:xfrm>
          <a:prstGeom prst="ellipse">
            <a:avLst/>
          </a:prstGeom>
          <a:solidFill>
            <a:srgbClr val="5C6BC0">
              <a:alpha val="80000"/>
            </a:srgbClr>
          </a:solidFill>
          <a:ln w="12700">
            <a:solidFill>
              <a:srgbClr val="5C6B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109728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102352" y="1280160"/>
            <a:ext cx="822960" cy="82296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3716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Appointment Reminders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20840" y="109728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251192" y="1280160"/>
            <a:ext cx="822960" cy="822960"/>
          </a:xfrm>
          <a:prstGeom prst="ellipse">
            <a:avLst/>
          </a:prstGeom>
          <a:solidFill>
            <a:srgbClr val="26A69A">
              <a:alpha val="80000"/>
            </a:srgbClr>
          </a:solidFill>
          <a:ln w="12700">
            <a:solidFill>
              <a:srgbClr val="26A69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37160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Tracking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297180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EC407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04672" y="3154680"/>
            <a:ext cx="822960" cy="822960"/>
          </a:xfrm>
          <a:prstGeom prst="ellipse">
            <a:avLst/>
          </a:prstGeom>
          <a:solidFill>
            <a:srgbClr val="EC407A">
              <a:alpha val="80000"/>
            </a:srgbClr>
          </a:solidFill>
          <a:ln w="12700">
            <a:solidFill>
              <a:srgbClr val="EC407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32461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Medical Records System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423160" y="297180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953512" y="3154680"/>
            <a:ext cx="822960" cy="822960"/>
          </a:xfrm>
          <a:prstGeom prst="ellipse">
            <a:avLst/>
          </a:prstGeom>
          <a:solidFill>
            <a:srgbClr val="AB47BC">
              <a:alpha val="80000"/>
            </a:srgbClr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672" y="324612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1460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Support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0" y="297180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26C6D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102352" y="3154680"/>
            <a:ext cx="822960" cy="822960"/>
          </a:xfrm>
          <a:prstGeom prst="ellipse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26C6DA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512" y="3246120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6344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720840" y="2971800"/>
            <a:ext cx="1965960" cy="1691640"/>
          </a:xfrm>
          <a:prstGeom prst="rect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7251192" y="3154680"/>
            <a:ext cx="822960" cy="822960"/>
          </a:xfrm>
          <a:prstGeom prst="ellipse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8352" y="3246120"/>
            <a:ext cx="548640" cy="5486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1228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Prescription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75FE76-CF9A-C9A2-73BC-3D88ECBFC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D7DDE-1D0A-96F7-9CCD-9CA3A14E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0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0EB02-C1F7-E8A4-37BA-24135E21F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3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41BF5D-B237-96DD-FD49-5E83C5087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5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7DEAD3-31CE-7FFD-B8D7-8A0FAFB3F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39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91440" cy="3200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2801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digitizes veterinary hospital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75688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299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prevents appointment conflicts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2549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7977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professional online platform for pet owners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75304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2958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full-stack development across all layers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  ·  Express.js  ·  MongoDB  ·  HTML/CSS/JS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5661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469</Words>
  <Application>Microsoft Office PowerPoint</Application>
  <PresentationFormat>On-screen Show (16:9)</PresentationFormat>
  <Paragraphs>154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PawsCare Veterinary Hospital</dc:title>
  <dc:subject>PptxGenJS Presentation</dc:subject>
  <dc:creator>PptxGenJS</dc:creator>
  <cp:lastModifiedBy>Atharva Malpure</cp:lastModifiedBy>
  <cp:revision>2</cp:revision>
  <dcterms:created xsi:type="dcterms:W3CDTF">2026-04-23T11:12:15Z</dcterms:created>
  <dcterms:modified xsi:type="dcterms:W3CDTF">2026-04-23T14:32:47Z</dcterms:modified>
</cp:coreProperties>
</file>